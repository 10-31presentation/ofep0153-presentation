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5240000" cy="8572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HTML slide 1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HTML slide 2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HTML slide 3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HTML slide 4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HTML slide 5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HTML slide 6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HTML slide 7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HTML slide 8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HTML slide 9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HTML slide 10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HTML slide 11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HTML slide 12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 descr="HTML slide 13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 descr="HTML slide 14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parture">
  <a:themeElements>
    <a:clrScheme name="Departure">
      <a:dk1>
        <a:srgbClr val="152B3A"/>
      </a:dk1>
      <a:lt1>
        <a:srgbClr val="FFFFFF"/>
      </a:lt1>
      <a:dk2>
        <a:srgbClr val="536774"/>
      </a:dk2>
      <a:lt2>
        <a:srgbClr val="F0F5F7"/>
      </a:lt2>
      <a:accent1>
        <a:srgbClr val="006DB1"/>
      </a:accent1>
      <a:accent2>
        <a:srgbClr val="117452"/>
      </a:accent2>
      <a:accent3>
        <a:srgbClr val="ED6257"/>
      </a:accent3>
      <a:accent4>
        <a:srgbClr val="ED9C37"/>
      </a:accent4>
      <a:accent5>
        <a:srgbClr val="40A7C6"/>
      </a:accent5>
      <a:accent6>
        <a:srgbClr val="B57AC1"/>
      </a:accent6>
      <a:hlink>
        <a:srgbClr val="006DB1"/>
      </a:hlink>
      <a:folHlink>
        <a:srgbClr val="536774"/>
      </a:folHlink>
    </a:clrScheme>
    <a:fontScheme name="Japanese">
      <a:majorFont>
        <a:latin typeface="Arial"/>
        <a:ea typeface="Hiragino Kaku Gothic ProN"/>
        <a:cs typeface=""/>
      </a:majorFont>
      <a:minorFont>
        <a:latin typeface="Arial"/>
        <a:ea typeface="Hiragino Kaku Gothic ProN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